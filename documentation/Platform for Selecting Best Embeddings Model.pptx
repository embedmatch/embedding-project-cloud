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Inter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4be5c63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4be5c63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4be5c63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4be5c63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4be5c63d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4be5c63d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2133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Platform for Selecting Best Embedding Model 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699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 Wangrat, Jayasurya Marasani, Sneharajalakshmi Palanisamy, Arunkumar Murugesan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Idea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latform that: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Takes data from the user for their task (retrieval or classification)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Selects suitable models from MTEB leaderboard and benchmarks them on user’s data.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Recommends the best model under constraints (quality, cost, size)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402" y="1152474"/>
            <a:ext cx="3999901" cy="3162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High-Level Architecture</a:t>
            </a:r>
            <a:endParaRPr b="1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AutoNum type="arabicPeriod"/>
            </a:pPr>
            <a:r>
              <a:rPr b="1"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User-facing layer</a:t>
            </a:r>
            <a:endParaRPr b="1"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</a:pPr>
            <a:r>
              <a:rPr b="1"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Azure App Service - </a:t>
            </a: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hosts the web frontend and backend APIs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</a:pPr>
            <a:r>
              <a:rPr b="1"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Azure AD B2C / Entra ID - </a:t>
            </a: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user authentication and login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AutoNum type="arabicPeriod"/>
            </a:pPr>
            <a:r>
              <a:rPr b="1"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Data &amp; metadata storage</a:t>
            </a:r>
            <a:endParaRPr b="1"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Azure Blob Storage</a:t>
            </a: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– raw uploaded files (queries, documents, labels)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Azure Cosmos DB</a:t>
            </a: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– user info, experiments, model metadata and benchmark results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AutoNum type="arabicPeriod"/>
            </a:pPr>
            <a:r>
              <a:rPr b="1"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Compute &amp; AI</a:t>
            </a:r>
            <a:endParaRPr b="1"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Azure Functions</a:t>
            </a: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– serverless workers for heavy benchmarking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Azure OpenAI Service</a:t>
            </a: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– LLM-as-judge and (optionally) embeddings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596" y="1017725"/>
            <a:ext cx="4607224" cy="333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196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Future Scope:</a:t>
            </a:r>
            <a:endParaRPr b="1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769000"/>
            <a:ext cx="8520600" cy="40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AutoNum type="arabicPeriod"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Azure Semantic Kernel: 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Wraps Azure OpenAI to create an agent that acts as a guide to the user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AutoNum type="arabicPeriod"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Azure Service Bus: 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Pushes experiment jobs to a queue and multiple </a:t>
            </a: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Azure Functions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instances consume the queue and run benchmarks.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AutoNum type="arabicPeriod"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Fine-tuning Service: Azure Functions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trigger </a:t>
            </a: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Azure ML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pipelines for embedding model fine-tuning.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AutoNum type="arabicPeriod"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Expanded Evaluation: 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Separate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Functions for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AutoNum type="alphaLcPeriod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Recall@10 when relevance labels are available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AutoNum type="alphaLcPeriod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benchmarks for classification(e.g: F1 score of Logistic Regression/SVM classifier on embeddings).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AutoNum type="alphaLcPeriod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Domain 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specific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keyword tests (e.g., positive/negative keyword probes).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